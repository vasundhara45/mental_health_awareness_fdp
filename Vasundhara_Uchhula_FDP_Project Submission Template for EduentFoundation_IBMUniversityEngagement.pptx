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90" r:id="rId14"/>
    <p:sldId id="280" r:id="rId15"/>
    <p:sldId id="288" r:id="rId16"/>
    <p:sldId id="289" r:id="rId17"/>
    <p:sldId id="27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589B55-B0F5-4C37-AE79-F87E5729A334}" v="20" dt="2026-06-24T19:45:19.029"/>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sldChg>
    </pc:docChg>
  </pc:docChgLst>
  <pc:docChgLst>
    <pc:chgData name="Elena Gundrapu" userId="ebe91588beb3c719" providerId="LiveId" clId="{23E22B9E-F994-4FCB-B2E5-B1D5198A0485}"/>
    <pc:docChg chg="undo custSel addSld delSld modSld">
      <pc:chgData name="Elena Gundrapu" userId="ebe91588beb3c719" providerId="LiveId" clId="{23E22B9E-F994-4FCB-B2E5-B1D5198A0485}" dt="2026-06-24T19:47:02.051" v="306" actId="1076"/>
      <pc:docMkLst>
        <pc:docMk/>
      </pc:docMkLst>
      <pc:sldChg chg="addSp delSp modSp mod">
        <pc:chgData name="Elena Gundrapu" userId="ebe91588beb3c719" providerId="LiveId" clId="{23E22B9E-F994-4FCB-B2E5-B1D5198A0485}" dt="2026-06-24T19:46:00.302" v="273" actId="20577"/>
        <pc:sldMkLst>
          <pc:docMk/>
          <pc:sldMk cId="0" sldId="257"/>
        </pc:sldMkLst>
        <pc:spChg chg="del mod">
          <ac:chgData name="Elena Gundrapu" userId="ebe91588beb3c719" providerId="LiveId" clId="{23E22B9E-F994-4FCB-B2E5-B1D5198A0485}" dt="2026-06-24T18:59:49.090" v="87"/>
          <ac:spMkLst>
            <pc:docMk/>
            <pc:sldMk cId="0" sldId="257"/>
            <ac:spMk id="3" creationId="{B0B023FA-CFEB-ACE9-8425-7E72E307CDC5}"/>
          </ac:spMkLst>
        </pc:spChg>
        <pc:spChg chg="mod">
          <ac:chgData name="Elena Gundrapu" userId="ebe91588beb3c719" providerId="LiveId" clId="{23E22B9E-F994-4FCB-B2E5-B1D5198A0485}" dt="2026-06-24T18:59:39.173" v="83" actId="20577"/>
          <ac:spMkLst>
            <pc:docMk/>
            <pc:sldMk cId="0" sldId="257"/>
            <ac:spMk id="4" creationId="{A828B9EF-C084-F5D4-CA27-75AF7D995640}"/>
          </ac:spMkLst>
        </pc:spChg>
        <pc:spChg chg="mod">
          <ac:chgData name="Elena Gundrapu" userId="ebe91588beb3c719" providerId="LiveId" clId="{23E22B9E-F994-4FCB-B2E5-B1D5198A0485}" dt="2026-06-24T19:46:00.302" v="273" actId="20577"/>
          <ac:spMkLst>
            <pc:docMk/>
            <pc:sldMk cId="0" sldId="257"/>
            <ac:spMk id="7" creationId="{3D723CA3-EC2D-165A-F109-3759C4E9C8A4}"/>
          </ac:spMkLst>
        </pc:spChg>
        <pc:graphicFrameChg chg="modGraphic">
          <ac:chgData name="Elena Gundrapu" userId="ebe91588beb3c719" providerId="LiveId" clId="{23E22B9E-F994-4FCB-B2E5-B1D5198A0485}" dt="2026-06-24T18:59:32.200" v="76" actId="20577"/>
          <ac:graphicFrameMkLst>
            <pc:docMk/>
            <pc:sldMk cId="0" sldId="257"/>
            <ac:graphicFrameMk id="96" creationId="{00000000-0000-0000-0000-000000000000}"/>
          </ac:graphicFrameMkLst>
        </pc:graphicFrameChg>
        <pc:picChg chg="add mod">
          <ac:chgData name="Elena Gundrapu" userId="ebe91588beb3c719" providerId="LiveId" clId="{23E22B9E-F994-4FCB-B2E5-B1D5198A0485}" dt="2026-06-24T19:00:11.899" v="91" actId="1076"/>
          <ac:picMkLst>
            <pc:docMk/>
            <pc:sldMk cId="0" sldId="257"/>
            <ac:picMk id="5" creationId="{3AEF62F5-5502-1101-247F-8C3E756D2022}"/>
          </ac:picMkLst>
        </pc:picChg>
        <pc:picChg chg="del">
          <ac:chgData name="Elena Gundrapu" userId="ebe91588beb3c719" providerId="LiveId" clId="{23E22B9E-F994-4FCB-B2E5-B1D5198A0485}" dt="2026-06-24T19:00:07.566" v="89" actId="478"/>
          <ac:picMkLst>
            <pc:docMk/>
            <pc:sldMk cId="0" sldId="257"/>
            <ac:picMk id="98" creationId="{00000000-0000-0000-0000-000000000000}"/>
          </ac:picMkLst>
        </pc:picChg>
      </pc:sldChg>
      <pc:sldChg chg="addSp delSp modSp mod">
        <pc:chgData name="Elena Gundrapu" userId="ebe91588beb3c719" providerId="LiveId" clId="{23E22B9E-F994-4FCB-B2E5-B1D5198A0485}" dt="2026-06-24T19:42:36.540" v="241" actId="11529"/>
        <pc:sldMkLst>
          <pc:docMk/>
          <pc:sldMk cId="0" sldId="262"/>
        </pc:sldMkLst>
        <pc:spChg chg="add del">
          <ac:chgData name="Elena Gundrapu" userId="ebe91588beb3c719" providerId="LiveId" clId="{23E22B9E-F994-4FCB-B2E5-B1D5198A0485}" dt="2026-06-24T19:42:06.362" v="239" actId="22"/>
          <ac:spMkLst>
            <pc:docMk/>
            <pc:sldMk cId="0" sldId="262"/>
            <ac:spMk id="7" creationId="{D3DA9BF3-C2F5-B746-8538-5817F276D59B}"/>
          </ac:spMkLst>
        </pc:spChg>
        <pc:picChg chg="del">
          <ac:chgData name="Elena Gundrapu" userId="ebe91588beb3c719" providerId="LiveId" clId="{23E22B9E-F994-4FCB-B2E5-B1D5198A0485}" dt="2026-06-24T19:15:59.382" v="146" actId="478"/>
          <ac:picMkLst>
            <pc:docMk/>
            <pc:sldMk cId="0" sldId="262"/>
            <ac:picMk id="3" creationId="{81932CE2-F219-0CA8-0102-55B8C682B8A2}"/>
          </ac:picMkLst>
        </pc:picChg>
        <pc:picChg chg="add del mod">
          <ac:chgData name="Elena Gundrapu" userId="ebe91588beb3c719" providerId="LiveId" clId="{23E22B9E-F994-4FCB-B2E5-B1D5198A0485}" dt="2026-06-24T19:42:04.663" v="236" actId="478"/>
          <ac:picMkLst>
            <pc:docMk/>
            <pc:sldMk cId="0" sldId="262"/>
            <ac:picMk id="5" creationId="{EA48395F-E49D-4A7D-DD10-C3BD0BF710A0}"/>
          </ac:picMkLst>
        </pc:picChg>
        <pc:picChg chg="add">
          <ac:chgData name="Elena Gundrapu" userId="ebe91588beb3c719" providerId="LiveId" clId="{23E22B9E-F994-4FCB-B2E5-B1D5198A0485}" dt="2026-06-24T19:42:11.885" v="240" actId="22"/>
          <ac:picMkLst>
            <pc:docMk/>
            <pc:sldMk cId="0" sldId="262"/>
            <ac:picMk id="9" creationId="{2E7442B6-6550-3472-F14F-A1BD6E6CE697}"/>
          </ac:picMkLst>
        </pc:picChg>
        <pc:cxnChg chg="add">
          <ac:chgData name="Elena Gundrapu" userId="ebe91588beb3c719" providerId="LiveId" clId="{23E22B9E-F994-4FCB-B2E5-B1D5198A0485}" dt="2026-06-24T19:42:36.540" v="241" actId="11529"/>
          <ac:cxnSpMkLst>
            <pc:docMk/>
            <pc:sldMk cId="0" sldId="262"/>
            <ac:cxnSpMk id="11" creationId="{E416FDAC-C1FB-8A26-72EF-CD32976B0622}"/>
          </ac:cxnSpMkLst>
        </pc:cxnChg>
      </pc:sldChg>
      <pc:sldChg chg="modSp mod">
        <pc:chgData name="Elena Gundrapu" userId="ebe91588beb3c719" providerId="LiveId" clId="{23E22B9E-F994-4FCB-B2E5-B1D5198A0485}" dt="2026-06-24T19:40:05.547" v="226" actId="20577"/>
        <pc:sldMkLst>
          <pc:docMk/>
          <pc:sldMk cId="0" sldId="264"/>
        </pc:sldMkLst>
        <pc:spChg chg="mod">
          <ac:chgData name="Elena Gundrapu" userId="ebe91588beb3c719" providerId="LiveId" clId="{23E22B9E-F994-4FCB-B2E5-B1D5198A0485}" dt="2026-06-24T19:40:05.547" v="226" actId="20577"/>
          <ac:spMkLst>
            <pc:docMk/>
            <pc:sldMk cId="0" sldId="264"/>
            <ac:spMk id="3" creationId="{322462E8-EB3A-DA7D-44CB-4E757803A755}"/>
          </ac:spMkLst>
        </pc:spChg>
      </pc:sldChg>
      <pc:sldChg chg="addSp delSp modSp mod">
        <pc:chgData name="Elena Gundrapu" userId="ebe91588beb3c719" providerId="LiveId" clId="{23E22B9E-F994-4FCB-B2E5-B1D5198A0485}" dt="2026-06-24T19:23:01.913" v="168"/>
        <pc:sldMkLst>
          <pc:docMk/>
          <pc:sldMk cId="2115484872" sldId="277"/>
        </pc:sldMkLst>
        <pc:spChg chg="mod">
          <ac:chgData name="Elena Gundrapu" userId="ebe91588beb3c719" providerId="LiveId" clId="{23E22B9E-F994-4FCB-B2E5-B1D5198A0485}" dt="2026-06-24T19:23:01.913" v="168"/>
          <ac:spMkLst>
            <pc:docMk/>
            <pc:sldMk cId="2115484872" sldId="277"/>
            <ac:spMk id="5" creationId="{1BD576A0-BF64-32B6-1E59-49AA2C59C5CE}"/>
          </ac:spMkLst>
        </pc:spChg>
        <pc:picChg chg="add del">
          <ac:chgData name="Elena Gundrapu" userId="ebe91588beb3c719" providerId="LiveId" clId="{23E22B9E-F994-4FCB-B2E5-B1D5198A0485}" dt="2026-06-24T19:19:17.298" v="151" actId="22"/>
          <ac:picMkLst>
            <pc:docMk/>
            <pc:sldMk cId="2115484872" sldId="277"/>
            <ac:picMk id="3" creationId="{893E3A61-18BF-5837-11CB-DBF7D7147B3B}"/>
          </ac:picMkLst>
        </pc:picChg>
        <pc:picChg chg="add mod">
          <ac:chgData name="Elena Gundrapu" userId="ebe91588beb3c719" providerId="LiveId" clId="{23E22B9E-F994-4FCB-B2E5-B1D5198A0485}" dt="2026-06-24T19:19:30.166" v="158" actId="1076"/>
          <ac:picMkLst>
            <pc:docMk/>
            <pc:sldMk cId="2115484872" sldId="277"/>
            <ac:picMk id="6" creationId="{2351BAB4-A32E-21D2-E628-4DB744DD301D}"/>
          </ac:picMkLst>
        </pc:picChg>
        <pc:picChg chg="add mod">
          <ac:chgData name="Elena Gundrapu" userId="ebe91588beb3c719" providerId="LiveId" clId="{23E22B9E-F994-4FCB-B2E5-B1D5198A0485}" dt="2026-06-24T19:20:42.042" v="167" actId="1076"/>
          <ac:picMkLst>
            <pc:docMk/>
            <pc:sldMk cId="2115484872" sldId="277"/>
            <ac:picMk id="8" creationId="{93DC87A1-87F6-1079-9E46-C3BA3BB89F01}"/>
          </ac:picMkLst>
        </pc:picChg>
        <pc:picChg chg="del">
          <ac:chgData name="Elena Gundrapu" userId="ebe91588beb3c719" providerId="LiveId" clId="{23E22B9E-F994-4FCB-B2E5-B1D5198A0485}" dt="2026-06-24T19:19:18.509" v="152" actId="478"/>
          <ac:picMkLst>
            <pc:docMk/>
            <pc:sldMk cId="2115484872" sldId="277"/>
            <ac:picMk id="12" creationId="{3E29AF1D-88C4-87E5-74DF-4E97121E06CE}"/>
          </ac:picMkLst>
        </pc:picChg>
        <pc:picChg chg="del">
          <ac:chgData name="Elena Gundrapu" userId="ebe91588beb3c719" providerId="LiveId" clId="{23E22B9E-F994-4FCB-B2E5-B1D5198A0485}" dt="2026-06-24T19:20:27.113" v="159" actId="478"/>
          <ac:picMkLst>
            <pc:docMk/>
            <pc:sldMk cId="2115484872" sldId="277"/>
            <ac:picMk id="13" creationId="{C81444F5-0692-DD67-1759-70821E53B029}"/>
          </ac:picMkLst>
        </pc:picChg>
      </pc:sldChg>
      <pc:sldChg chg="addSp delSp modSp mod">
        <pc:chgData name="Elena Gundrapu" userId="ebe91588beb3c719" providerId="LiveId" clId="{23E22B9E-F994-4FCB-B2E5-B1D5198A0485}" dt="2026-06-24T19:38:25.147" v="212" actId="14100"/>
        <pc:sldMkLst>
          <pc:docMk/>
          <pc:sldMk cId="3764405840" sldId="278"/>
        </pc:sldMkLst>
        <pc:spChg chg="del mod">
          <ac:chgData name="Elena Gundrapu" userId="ebe91588beb3c719" providerId="LiveId" clId="{23E22B9E-F994-4FCB-B2E5-B1D5198A0485}" dt="2026-06-24T19:04:00.995" v="133"/>
          <ac:spMkLst>
            <pc:docMk/>
            <pc:sldMk cId="3764405840" sldId="278"/>
            <ac:spMk id="3" creationId="{4A7608B5-9906-EFCF-959A-E89FC2E3EE19}"/>
          </ac:spMkLst>
        </pc:spChg>
        <pc:graphicFrameChg chg="add mod">
          <ac:chgData name="Elena Gundrapu" userId="ebe91588beb3c719" providerId="LiveId" clId="{23E22B9E-F994-4FCB-B2E5-B1D5198A0485}" dt="2026-06-24T19:03:58.059" v="129"/>
          <ac:graphicFrameMkLst>
            <pc:docMk/>
            <pc:sldMk cId="3764405840" sldId="278"/>
            <ac:graphicFrameMk id="4" creationId="{51228928-CAED-072E-D785-0F4BC756CE91}"/>
          </ac:graphicFrameMkLst>
        </pc:graphicFrameChg>
        <pc:graphicFrameChg chg="add mod modGraphic">
          <ac:chgData name="Elena Gundrapu" userId="ebe91588beb3c719" providerId="LiveId" clId="{23E22B9E-F994-4FCB-B2E5-B1D5198A0485}" dt="2026-06-24T19:38:25.147" v="212" actId="14100"/>
          <ac:graphicFrameMkLst>
            <pc:docMk/>
            <pc:sldMk cId="3764405840" sldId="278"/>
            <ac:graphicFrameMk id="5" creationId="{F6A4E55E-4855-7FC8-3D60-46D7216A457A}"/>
          </ac:graphicFrameMkLst>
        </pc:graphicFrameChg>
      </pc:sldChg>
      <pc:sldChg chg="addSp delSp modSp mod">
        <pc:chgData name="Elena Gundrapu" userId="ebe91588beb3c719" providerId="LiveId" clId="{23E22B9E-F994-4FCB-B2E5-B1D5198A0485}" dt="2026-06-24T19:08:00.631" v="142" actId="1076"/>
        <pc:sldMkLst>
          <pc:docMk/>
          <pc:sldMk cId="2772501912" sldId="279"/>
        </pc:sldMkLst>
        <pc:spChg chg="mod">
          <ac:chgData name="Elena Gundrapu" userId="ebe91588beb3c719" providerId="LiveId" clId="{23E22B9E-F994-4FCB-B2E5-B1D5198A0485}" dt="2026-06-24T19:08:00.631" v="142" actId="1076"/>
          <ac:spMkLst>
            <pc:docMk/>
            <pc:sldMk cId="2772501912" sldId="279"/>
            <ac:spMk id="2" creationId="{B64CF172-D2AF-03D8-F919-AA7827A0D969}"/>
          </ac:spMkLst>
        </pc:spChg>
        <pc:picChg chg="del">
          <ac:chgData name="Elena Gundrapu" userId="ebe91588beb3c719" providerId="LiveId" clId="{23E22B9E-F994-4FCB-B2E5-B1D5198A0485}" dt="2026-06-24T19:05:10.937" v="137" actId="478"/>
          <ac:picMkLst>
            <pc:docMk/>
            <pc:sldMk cId="2772501912" sldId="279"/>
            <ac:picMk id="4" creationId="{C597681A-DF93-B190-DD21-CBAEDA4E3CBF}"/>
          </ac:picMkLst>
        </pc:picChg>
        <pc:picChg chg="add mod">
          <ac:chgData name="Elena Gundrapu" userId="ebe91588beb3c719" providerId="LiveId" clId="{23E22B9E-F994-4FCB-B2E5-B1D5198A0485}" dt="2026-06-24T19:07:58.763" v="141" actId="1076"/>
          <ac:picMkLst>
            <pc:docMk/>
            <pc:sldMk cId="2772501912" sldId="279"/>
            <ac:picMk id="5" creationId="{8579717C-746E-63F5-097D-C345532BAF54}"/>
          </ac:picMkLst>
        </pc:picChg>
      </pc:sldChg>
      <pc:sldChg chg="modSp mod">
        <pc:chgData name="Elena Gundrapu" userId="ebe91588beb3c719" providerId="LiveId" clId="{23E22B9E-F994-4FCB-B2E5-B1D5198A0485}" dt="2026-06-24T19:37:40.532" v="206" actId="20577"/>
        <pc:sldMkLst>
          <pc:docMk/>
          <pc:sldMk cId="2136706720" sldId="280"/>
        </pc:sldMkLst>
        <pc:spChg chg="mod">
          <ac:chgData name="Elena Gundrapu" userId="ebe91588beb3c719" providerId="LiveId" clId="{23E22B9E-F994-4FCB-B2E5-B1D5198A0485}" dt="2026-06-24T19:37:40.532" v="206" actId="20577"/>
          <ac:spMkLst>
            <pc:docMk/>
            <pc:sldMk cId="2136706720" sldId="280"/>
            <ac:spMk id="279" creationId="{EAFA16CB-0A72-5AC5-69A0-ABF4A752B43F}"/>
          </ac:spMkLst>
        </pc:spChg>
      </pc:sldChg>
      <pc:sldChg chg="modSp mod">
        <pc:chgData name="Elena Gundrapu" userId="ebe91588beb3c719" providerId="LiveId" clId="{23E22B9E-F994-4FCB-B2E5-B1D5198A0485}" dt="2026-06-24T19:38:31.102" v="213" actId="14100"/>
        <pc:sldMkLst>
          <pc:docMk/>
          <pc:sldMk cId="328526394" sldId="281"/>
        </pc:sldMkLst>
        <pc:spChg chg="mod">
          <ac:chgData name="Elena Gundrapu" userId="ebe91588beb3c719" providerId="LiveId" clId="{23E22B9E-F994-4FCB-B2E5-B1D5198A0485}" dt="2026-06-24T19:38:31.102" v="213" actId="14100"/>
          <ac:spMkLst>
            <pc:docMk/>
            <pc:sldMk cId="328526394" sldId="281"/>
            <ac:spMk id="2" creationId="{9BB86949-7ED1-C43B-B1E3-5122BB67A596}"/>
          </ac:spMkLst>
        </pc:spChg>
      </pc:sldChg>
      <pc:sldChg chg="modSp mod">
        <pc:chgData name="Elena Gundrapu" userId="ebe91588beb3c719" providerId="LiveId" clId="{23E22B9E-F994-4FCB-B2E5-B1D5198A0485}" dt="2026-06-24T19:37:55.678" v="208" actId="403"/>
        <pc:sldMkLst>
          <pc:docMk/>
          <pc:sldMk cId="2952584201" sldId="282"/>
        </pc:sldMkLst>
        <pc:spChg chg="mod">
          <ac:chgData name="Elena Gundrapu" userId="ebe91588beb3c719" providerId="LiveId" clId="{23E22B9E-F994-4FCB-B2E5-B1D5198A0485}" dt="2026-06-24T19:37:55.678" v="208" actId="403"/>
          <ac:spMkLst>
            <pc:docMk/>
            <pc:sldMk cId="2952584201" sldId="282"/>
            <ac:spMk id="2" creationId="{C6F6745E-14BA-0766-CE1E-32E29663832D}"/>
          </ac:spMkLst>
        </pc:spChg>
      </pc:sldChg>
      <pc:sldChg chg="modSp">
        <pc:chgData name="Elena Gundrapu" userId="ebe91588beb3c719" providerId="LiveId" clId="{23E22B9E-F994-4FCB-B2E5-B1D5198A0485}" dt="2026-06-24T19:03:25.569" v="128"/>
        <pc:sldMkLst>
          <pc:docMk/>
          <pc:sldMk cId="2290294991" sldId="285"/>
        </pc:sldMkLst>
        <pc:spChg chg="mod">
          <ac:chgData name="Elena Gundrapu" userId="ebe91588beb3c719" providerId="LiveId" clId="{23E22B9E-F994-4FCB-B2E5-B1D5198A0485}" dt="2026-06-24T19:03:25.569" v="128"/>
          <ac:spMkLst>
            <pc:docMk/>
            <pc:sldMk cId="2290294991" sldId="285"/>
            <ac:spMk id="2" creationId="{4A1BF701-ABCA-4DF0-8330-B6AF71EF8E39}"/>
          </ac:spMkLst>
        </pc:spChg>
      </pc:sldChg>
      <pc:sldChg chg="modSp mod">
        <pc:chgData name="Elena Gundrapu" userId="ebe91588beb3c719" providerId="LiveId" clId="{23E22B9E-F994-4FCB-B2E5-B1D5198A0485}" dt="2026-06-24T19:43:54.448" v="254" actId="20577"/>
        <pc:sldMkLst>
          <pc:docMk/>
          <pc:sldMk cId="917964102" sldId="286"/>
        </pc:sldMkLst>
        <pc:spChg chg="mod">
          <ac:chgData name="Elena Gundrapu" userId="ebe91588beb3c719" providerId="LiveId" clId="{23E22B9E-F994-4FCB-B2E5-B1D5198A0485}" dt="2026-06-24T19:43:54.448" v="254" actId="20577"/>
          <ac:spMkLst>
            <pc:docMk/>
            <pc:sldMk cId="917964102" sldId="286"/>
            <ac:spMk id="3" creationId="{ED65F54F-855A-0DB6-09A6-3212C5F7405B}"/>
          </ac:spMkLst>
        </pc:spChg>
      </pc:sldChg>
      <pc:sldChg chg="addSp delSp modSp mod">
        <pc:chgData name="Elena Gundrapu" userId="ebe91588beb3c719" providerId="LiveId" clId="{23E22B9E-F994-4FCB-B2E5-B1D5198A0485}" dt="2026-06-24T19:45:18.941" v="260" actId="20577"/>
        <pc:sldMkLst>
          <pc:docMk/>
          <pc:sldMk cId="2605851928" sldId="287"/>
        </pc:sldMkLst>
        <pc:spChg chg="mod">
          <ac:chgData name="Elena Gundrapu" userId="ebe91588beb3c719" providerId="LiveId" clId="{23E22B9E-F994-4FCB-B2E5-B1D5198A0485}" dt="2026-06-24T19:45:18.941" v="260" actId="20577"/>
          <ac:spMkLst>
            <pc:docMk/>
            <pc:sldMk cId="2605851928" sldId="287"/>
            <ac:spMk id="279" creationId="{3711AF54-94A6-B837-31EF-9A8C4ECB9AF6}"/>
          </ac:spMkLst>
        </pc:spChg>
        <pc:picChg chg="add del mod">
          <ac:chgData name="Elena Gundrapu" userId="ebe91588beb3c719" providerId="LiveId" clId="{23E22B9E-F994-4FCB-B2E5-B1D5198A0485}" dt="2026-06-24T19:44:25.985" v="257" actId="478"/>
          <ac:picMkLst>
            <pc:docMk/>
            <pc:sldMk cId="2605851928" sldId="287"/>
            <ac:picMk id="3" creationId="{A2BC4CE8-0C11-CF17-9EC6-A78224485AE4}"/>
          </ac:picMkLst>
        </pc:picChg>
      </pc:sldChg>
      <pc:sldChg chg="addSp delSp modSp mod">
        <pc:chgData name="Elena Gundrapu" userId="ebe91588beb3c719" providerId="LiveId" clId="{23E22B9E-F994-4FCB-B2E5-B1D5198A0485}" dt="2026-06-24T19:32:28.772" v="185" actId="1076"/>
        <pc:sldMkLst>
          <pc:docMk/>
          <pc:sldMk cId="1229047658" sldId="288"/>
        </pc:sldMkLst>
        <pc:picChg chg="del">
          <ac:chgData name="Elena Gundrapu" userId="ebe91588beb3c719" providerId="LiveId" clId="{23E22B9E-F994-4FCB-B2E5-B1D5198A0485}" dt="2026-06-24T19:30:46.464" v="178" actId="478"/>
          <ac:picMkLst>
            <pc:docMk/>
            <pc:sldMk cId="1229047658" sldId="288"/>
            <ac:picMk id="4" creationId="{AD88C341-1F2F-9B6F-593F-2917E7E23DCB}"/>
          </ac:picMkLst>
        </pc:picChg>
        <pc:picChg chg="add mod">
          <ac:chgData name="Elena Gundrapu" userId="ebe91588beb3c719" providerId="LiveId" clId="{23E22B9E-F994-4FCB-B2E5-B1D5198A0485}" dt="2026-06-24T19:32:28.772" v="185" actId="1076"/>
          <ac:picMkLst>
            <pc:docMk/>
            <pc:sldMk cId="1229047658" sldId="288"/>
            <ac:picMk id="5" creationId="{65AA902E-FB83-CBA2-62AA-48093E27BE4F}"/>
          </ac:picMkLst>
        </pc:picChg>
      </pc:sldChg>
      <pc:sldChg chg="addSp delSp modSp mod">
        <pc:chgData name="Elena Gundrapu" userId="ebe91588beb3c719" providerId="LiveId" clId="{23E22B9E-F994-4FCB-B2E5-B1D5198A0485}" dt="2026-06-24T19:33:42.190" v="190" actId="1076"/>
        <pc:sldMkLst>
          <pc:docMk/>
          <pc:sldMk cId="2506610743" sldId="289"/>
        </pc:sldMkLst>
        <pc:picChg chg="add mod">
          <ac:chgData name="Elena Gundrapu" userId="ebe91588beb3c719" providerId="LiveId" clId="{23E22B9E-F994-4FCB-B2E5-B1D5198A0485}" dt="2026-06-24T19:33:42.190" v="190" actId="1076"/>
          <ac:picMkLst>
            <pc:docMk/>
            <pc:sldMk cId="2506610743" sldId="289"/>
            <ac:picMk id="3" creationId="{3C296B4E-6256-84BB-8F19-438F7F422F06}"/>
          </ac:picMkLst>
        </pc:picChg>
        <pc:picChg chg="del">
          <ac:chgData name="Elena Gundrapu" userId="ebe91588beb3c719" providerId="LiveId" clId="{23E22B9E-F994-4FCB-B2E5-B1D5198A0485}" dt="2026-06-24T19:33:38.239" v="186" actId="478"/>
          <ac:picMkLst>
            <pc:docMk/>
            <pc:sldMk cId="2506610743" sldId="289"/>
            <ac:picMk id="4" creationId="{099C3698-991D-7A38-C456-893C84C23FC9}"/>
          </ac:picMkLst>
        </pc:picChg>
      </pc:sldChg>
      <pc:sldChg chg="addSp delSp modSp add mod">
        <pc:chgData name="Elena Gundrapu" userId="ebe91588beb3c719" providerId="LiveId" clId="{23E22B9E-F994-4FCB-B2E5-B1D5198A0485}" dt="2026-06-24T19:47:02.051" v="306" actId="1076"/>
        <pc:sldMkLst>
          <pc:docMk/>
          <pc:sldMk cId="2247140713" sldId="290"/>
        </pc:sldMkLst>
        <pc:spChg chg="mod">
          <ac:chgData name="Elena Gundrapu" userId="ebe91588beb3c719" providerId="LiveId" clId="{23E22B9E-F994-4FCB-B2E5-B1D5198A0485}" dt="2026-06-24T19:46:48.246" v="302" actId="20577"/>
          <ac:spMkLst>
            <pc:docMk/>
            <pc:sldMk cId="2247140713" sldId="290"/>
            <ac:spMk id="278" creationId="{C33386C0-E31A-15FB-A156-583193FA93CB}"/>
          </ac:spMkLst>
        </pc:spChg>
        <pc:spChg chg="del">
          <ac:chgData name="Elena Gundrapu" userId="ebe91588beb3c719" providerId="LiveId" clId="{23E22B9E-F994-4FCB-B2E5-B1D5198A0485}" dt="2026-06-24T19:46:51.562" v="303" actId="478"/>
          <ac:spMkLst>
            <pc:docMk/>
            <pc:sldMk cId="2247140713" sldId="290"/>
            <ac:spMk id="279" creationId="{DAF25E52-AF53-A085-4751-19AD6BAA48BD}"/>
          </ac:spMkLst>
        </pc:spChg>
        <pc:picChg chg="add mod">
          <ac:chgData name="Elena Gundrapu" userId="ebe91588beb3c719" providerId="LiveId" clId="{23E22B9E-F994-4FCB-B2E5-B1D5198A0485}" dt="2026-06-24T19:47:02.051" v="306" actId="1076"/>
          <ac:picMkLst>
            <pc:docMk/>
            <pc:sldMk cId="2247140713" sldId="290"/>
            <ac:picMk id="3" creationId="{ED76B6D8-B065-3BCE-CA62-E0E9FA8BAA67}"/>
          </ac:picMkLst>
        </pc:picChg>
      </pc:sldChg>
      <pc:sldChg chg="new del">
        <pc:chgData name="Elena Gundrapu" userId="ebe91588beb3c719" providerId="LiveId" clId="{23E22B9E-F994-4FCB-B2E5-B1D5198A0485}" dt="2026-06-24T19:46:38.995" v="275" actId="47"/>
        <pc:sldMkLst>
          <pc:docMk/>
          <pc:sldMk cId="3044986011" sldId="2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518C349-D62F-53C5-B157-F702B0392B10}"/>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B2F6342-E782-19A7-CFC6-507122B668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870E7141-280F-E4EC-8FA5-E48A5DBE6B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06503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vasundhara45/Mental_Health_Awareness_FDP"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396758413"/>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Vasundhara </a:t>
                      </a:r>
                      <a:r>
                        <a:rPr lang="en-US" dirty="0" err="1"/>
                        <a:t>Uchhula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vasundhara.uchhula@scet.ac.in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9558297114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a:t>
            </a:r>
            <a:r>
              <a:rPr lang="en-US" sz="2400" b="1" dirty="0">
                <a:highlight>
                  <a:srgbClr val="FFFF00"/>
                </a:highlight>
              </a:rPr>
              <a:t>Healthcare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US" sz="2400" dirty="0">
                <a:highlight>
                  <a:srgbClr val="FFFF00"/>
                </a:highlight>
              </a:rPr>
              <a:t>2. Agentic AI for Mental Health Awareness &amp; Suicide Prevention</a:t>
            </a:r>
            <a:endParaRPr lang="en-IN" sz="2400" b="1" dirty="0">
              <a:highlight>
                <a:srgbClr val="FFFF00"/>
              </a:highlight>
            </a:endParaRPr>
          </a:p>
        </p:txBody>
      </p:sp>
      <p:pic>
        <p:nvPicPr>
          <p:cNvPr id="5" name="Picture 4">
            <a:extLst>
              <a:ext uri="{FF2B5EF4-FFF2-40B4-BE49-F238E27FC236}">
                <a16:creationId xmlns:a16="http://schemas.microsoft.com/office/drawing/2014/main" id="{3AEF62F5-5502-1101-247F-8C3E756D2022}"/>
              </a:ext>
            </a:extLst>
          </p:cNvPr>
          <p:cNvPicPr>
            <a:picLocks noChangeAspect="1"/>
          </p:cNvPicPr>
          <p:nvPr/>
        </p:nvPicPr>
        <p:blipFill>
          <a:blip r:embed="rId3"/>
          <a:stretch>
            <a:fillRect/>
          </a:stretch>
        </p:blipFill>
        <p:spPr>
          <a:xfrm>
            <a:off x="4221419" y="3717313"/>
            <a:ext cx="714375" cy="7381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212278" y="1165753"/>
            <a:ext cx="11714251" cy="5755422"/>
          </a:xfrm>
          <a:prstGeom prst="rect">
            <a:avLst/>
          </a:prstGeom>
          <a:noFill/>
        </p:spPr>
        <p:txBody>
          <a:bodyPr wrap="square" rtlCol="0">
            <a:spAutoFit/>
          </a:bodyPr>
          <a:lstStyle/>
          <a:p>
            <a:pPr algn="just" fontAlgn="base"/>
            <a:r>
              <a:rPr lang="en-US" sz="1600" dirty="0"/>
              <a:t>Problem Statement No.2: Agentic AI for Mental Health Awareness &amp; </a:t>
            </a:r>
          </a:p>
          <a:p>
            <a:pPr algn="just" fontAlgn="base"/>
            <a:r>
              <a:rPr lang="en-US" sz="1600" dirty="0"/>
              <a:t>Suicide Prevention </a:t>
            </a:r>
          </a:p>
          <a:p>
            <a:pPr algn="just" fontAlgn="base"/>
            <a:r>
              <a:rPr lang="en-US" sz="1600" b="1" dirty="0"/>
              <a:t>The Challenge </a:t>
            </a:r>
          </a:p>
          <a:p>
            <a:pPr algn="just" fontAlgn="base"/>
            <a:r>
              <a:rPr lang="en-US" sz="1600" dirty="0"/>
              <a:t>Mental health issues such as depression, anxiety, and suicidal thoughts are growing worldwide. Stigma, lack of awareness, and limited access to timely help prevent many individuals from seeking support. Traditional systems are often reactive, leaving gaps in early detection and preventive care. </a:t>
            </a:r>
          </a:p>
          <a:p>
            <a:pPr algn="just" fontAlgn="base"/>
            <a:r>
              <a:rPr lang="en-US" sz="1600" dirty="0"/>
              <a:t>The Objective </a:t>
            </a:r>
          </a:p>
          <a:p>
            <a:pPr algn="just" fontAlgn="base"/>
            <a:r>
              <a:rPr lang="en-US" sz="1600" dirty="0"/>
              <a:t>Build an Agentic AI-powered Mental Health Awareness &amp; Suicide Prevention Agent that is empathetic, proactive, and safe. The solution should: </a:t>
            </a:r>
          </a:p>
          <a:p>
            <a:pPr algn="just" fontAlgn="base"/>
            <a:r>
              <a:rPr lang="en-US" sz="1600" dirty="0"/>
              <a:t>1. Promote Awareness &amp; Education – Share accessible resources on mindfulness, coping </a:t>
            </a:r>
          </a:p>
          <a:p>
            <a:pPr algn="just" fontAlgn="base"/>
            <a:r>
              <a:rPr lang="en-US" sz="1600" dirty="0"/>
              <a:t>strategies, and self-care. </a:t>
            </a:r>
          </a:p>
          <a:p>
            <a:pPr algn="just" fontAlgn="base"/>
            <a:r>
              <a:rPr lang="en-US" sz="1600" dirty="0"/>
              <a:t>2. Enable Early Detection (RAG) – Use Retrieval-Augmented Generation to identify distress signals in conversations, journaling inputs, or safe online data. </a:t>
            </a:r>
          </a:p>
          <a:p>
            <a:pPr algn="just" fontAlgn="base"/>
            <a:r>
              <a:rPr lang="en-US" sz="1600" dirty="0"/>
              <a:t>3. Provide Empathetic Support – Build a conversational agent that listens actively and responds with empathy (with clear disclaimers: not a substitute for professional medical advice). </a:t>
            </a:r>
          </a:p>
          <a:p>
            <a:pPr algn="just" fontAlgn="base"/>
            <a:r>
              <a:rPr lang="en-US" sz="1600" dirty="0"/>
              <a:t>4. Predict &amp; Prevent Risks – Forecast stress peaks, suggest preventive strategies, and issue alerts when high-risk signals are detected (with consent). </a:t>
            </a:r>
          </a:p>
          <a:p>
            <a:pPr algn="just" fontAlgn="base"/>
            <a:r>
              <a:rPr lang="en-US" sz="1600" dirty="0"/>
              <a:t>5. Connect to Human Support – Link users to helplines, counselors, or community support for timely intervention. </a:t>
            </a:r>
          </a:p>
          <a:p>
            <a:pPr algn="just" fontAlgn="base"/>
            <a:r>
              <a:rPr lang="en-US" sz="1600" dirty="0"/>
              <a:t>Tech Stack (Mandatory) </a:t>
            </a:r>
          </a:p>
          <a:p>
            <a:pPr algn="just" fontAlgn="base"/>
            <a:r>
              <a:rPr lang="en-US" sz="1600" dirty="0"/>
              <a:t>Use any one of the following approaches: </a:t>
            </a:r>
          </a:p>
          <a:p>
            <a:pPr algn="just" fontAlgn="base"/>
            <a:r>
              <a:rPr lang="en-US" sz="1600" dirty="0"/>
              <a:t>• </a:t>
            </a:r>
            <a:r>
              <a:rPr lang="en-US" sz="1600" dirty="0" err="1"/>
              <a:t>LangFlow</a:t>
            </a:r>
            <a:r>
              <a:rPr lang="en-US" sz="1600" dirty="0"/>
              <a:t> + IBM watsonx.ai + Granite Models </a:t>
            </a:r>
          </a:p>
          <a:p>
            <a:pPr algn="just" fontAlgn="base"/>
            <a:r>
              <a:rPr lang="en-US" sz="1600" dirty="0"/>
              <a:t>• IBM Cloud Agentic Lab with IBM Granite Models </a:t>
            </a:r>
          </a:p>
          <a:p>
            <a:pPr algn="just" fontAlgn="base"/>
            <a:r>
              <a:rPr lang="en-US" sz="1600" dirty="0"/>
              <a:t>• Replicate with </a:t>
            </a:r>
            <a:r>
              <a:rPr lang="en-US" sz="1600" dirty="0" err="1"/>
              <a:t>LangChain</a:t>
            </a:r>
            <a:r>
              <a:rPr lang="en-US" sz="1600" dirty="0"/>
              <a:t> + RAG + IBM Granite Models </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616648"/>
          </a:xfrm>
          <a:prstGeom prst="rect">
            <a:avLst/>
          </a:prstGeom>
          <a:noFill/>
        </p:spPr>
        <p:txBody>
          <a:bodyPr wrap="square" rtlCol="0">
            <a:spAutoFit/>
          </a:bodyPr>
          <a:lstStyle/>
          <a:p>
            <a:r>
              <a:rPr lang="en-US" dirty="0"/>
              <a:t>The proposed solution is an </a:t>
            </a:r>
            <a:r>
              <a:rPr lang="en-US" b="1" dirty="0"/>
              <a:t>Agentic AI-powered Mental Health Awareness &amp; Suicide Prevention System</a:t>
            </a:r>
            <a:r>
              <a:rPr lang="en-US" dirty="0"/>
              <a:t> built using </a:t>
            </a:r>
            <a:r>
              <a:rPr lang="en-US" b="1" dirty="0" err="1"/>
              <a:t>LangFlow</a:t>
            </a:r>
            <a:r>
              <a:rPr lang="en-US" b="1" dirty="0"/>
              <a:t>, IBM watsonx.ai, and Granite Models</a:t>
            </a:r>
            <a:r>
              <a:rPr lang="en-US" dirty="0"/>
              <a:t>. The system aims to promote mental health awareness, provide empathetic support, detect emotional distress early, and assist in crisis prevention through a multi-agent AI architecture.</a:t>
            </a:r>
          </a:p>
          <a:p>
            <a:r>
              <a:rPr lang="en-US" dirty="0"/>
              <a:t>At its core, the solution uses a </a:t>
            </a:r>
            <a:r>
              <a:rPr lang="en-US" b="1" dirty="0"/>
              <a:t>Retrieval-Augmented Generation (RAG)</a:t>
            </a:r>
            <a:r>
              <a:rPr lang="en-US" dirty="0"/>
              <a:t> pipeline with a mental health knowledge base containing trusted resources on mindfulness, self-care, coping strategies, anxiety, depression, and emotional well-being. The retrieved information is used by Granite models to generate accurate and context-aware responses.</a:t>
            </a:r>
          </a:p>
          <a:p>
            <a:r>
              <a:rPr lang="en-US" dirty="0"/>
              <a:t>The system consists of five key agents:</a:t>
            </a:r>
          </a:p>
          <a:p>
            <a:r>
              <a:rPr lang="en-US" b="1" dirty="0"/>
              <a:t>Risk Detection Agent</a:t>
            </a:r>
            <a:r>
              <a:rPr lang="en-US" dirty="0"/>
              <a:t> analyzes user conversations and classifies them into </a:t>
            </a:r>
            <a:r>
              <a:rPr lang="en-US" b="1" dirty="0"/>
              <a:t>LOW, MODERATE, HIGH, or CRITICAL</a:t>
            </a:r>
            <a:r>
              <a:rPr lang="en-US" dirty="0"/>
              <a:t> risk levels based on emotional distress indicators. </a:t>
            </a:r>
          </a:p>
          <a:p>
            <a:r>
              <a:rPr lang="en-US" b="1" dirty="0"/>
              <a:t>Mental Health Awareness Agent</a:t>
            </a:r>
            <a:r>
              <a:rPr lang="en-US" dirty="0"/>
              <a:t> provides educational content, self-care guidance, and mental health awareness using RAG-based knowledge retrieval. </a:t>
            </a:r>
          </a:p>
          <a:p>
            <a:r>
              <a:rPr lang="en-US" b="1" dirty="0"/>
              <a:t>Empathy Support Agent</a:t>
            </a:r>
            <a:r>
              <a:rPr lang="en-US" dirty="0"/>
              <a:t> offers compassionate and supportive responses, validates emotions, and suggests healthy coping mechanisms. </a:t>
            </a:r>
          </a:p>
          <a:p>
            <a:r>
              <a:rPr lang="en-US" b="1" dirty="0"/>
              <a:t>High-Risk Intervention Agent</a:t>
            </a:r>
            <a:r>
              <a:rPr lang="en-US" dirty="0"/>
              <a:t> identifies severe distress, predicts possible stress escalation, generates risk alerts, and recommends preventive strategies. </a:t>
            </a:r>
          </a:p>
          <a:p>
            <a:r>
              <a:rPr lang="en-US" b="1" dirty="0"/>
              <a:t>Crisis Escalation Agent</a:t>
            </a:r>
            <a:r>
              <a:rPr lang="en-US" dirty="0"/>
              <a:t> handles critical situations involving suicidal thoughts or self-harm indicators by encouraging users to seek immediate help from trusted individuals, professionals, or emergency services. </a:t>
            </a:r>
          </a:p>
          <a:p>
            <a:r>
              <a:rPr lang="en-US" dirty="0"/>
              <a:t>A </a:t>
            </a:r>
            <a:r>
              <a:rPr lang="en-US" b="1" dirty="0"/>
              <a:t>Smart Router</a:t>
            </a:r>
            <a:r>
              <a:rPr lang="en-US" dirty="0"/>
              <a:t> dynamically directs users to the appropriate agent based on the detected risk level, ensuring personalized and context-aware support.</a:t>
            </a:r>
          </a:p>
          <a:p>
            <a:r>
              <a:rPr lang="en-US" dirty="0" err="1"/>
              <a:t>LangFlow</a:t>
            </a:r>
            <a:r>
              <a:rPr lang="en-US" dirty="0"/>
              <a:t> is used to orchestrate the multi-agent workflow, while IBM watsonx.ai provides model access, embeddings, and AI governance. Granite models power risk classification, reasoning, response generation, and mental health support.</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graphicFrame>
        <p:nvGraphicFramePr>
          <p:cNvPr id="5" name="Table 4">
            <a:extLst>
              <a:ext uri="{FF2B5EF4-FFF2-40B4-BE49-F238E27FC236}">
                <a16:creationId xmlns:a16="http://schemas.microsoft.com/office/drawing/2014/main" id="{F6A4E55E-4855-7FC8-3D60-46D7216A457A}"/>
              </a:ext>
            </a:extLst>
          </p:cNvPr>
          <p:cNvGraphicFramePr>
            <a:graphicFrameLocks noGrp="1"/>
          </p:cNvGraphicFramePr>
          <p:nvPr>
            <p:extLst>
              <p:ext uri="{D42A27DB-BD31-4B8C-83A1-F6EECF244321}">
                <p14:modId xmlns:p14="http://schemas.microsoft.com/office/powerpoint/2010/main" val="2790581776"/>
              </p:ext>
            </p:extLst>
          </p:nvPr>
        </p:nvGraphicFramePr>
        <p:xfrm>
          <a:off x="1071716" y="1052052"/>
          <a:ext cx="10373032" cy="5234956"/>
        </p:xfrm>
        <a:graphic>
          <a:graphicData uri="http://schemas.openxmlformats.org/drawingml/2006/table">
            <a:tbl>
              <a:tblPr>
                <a:tableStyleId>{0AAD8F4D-43EB-41E5-8A38-28AB6DFB1B60}</a:tableStyleId>
              </a:tblPr>
              <a:tblGrid>
                <a:gridCol w="4167040">
                  <a:extLst>
                    <a:ext uri="{9D8B030D-6E8A-4147-A177-3AD203B41FA5}">
                      <a16:colId xmlns:a16="http://schemas.microsoft.com/office/drawing/2014/main" val="4035016244"/>
                    </a:ext>
                  </a:extLst>
                </a:gridCol>
                <a:gridCol w="6205992">
                  <a:extLst>
                    <a:ext uri="{9D8B030D-6E8A-4147-A177-3AD203B41FA5}">
                      <a16:colId xmlns:a16="http://schemas.microsoft.com/office/drawing/2014/main" val="1477023507"/>
                    </a:ext>
                  </a:extLst>
                </a:gridCol>
              </a:tblGrid>
              <a:tr h="222147">
                <a:tc>
                  <a:txBody>
                    <a:bodyPr/>
                    <a:lstStyle/>
                    <a:p>
                      <a:pPr>
                        <a:buNone/>
                      </a:pPr>
                      <a:r>
                        <a:rPr lang="en-US" sz="1200"/>
                        <a:t>Technology</a:t>
                      </a:r>
                    </a:p>
                  </a:txBody>
                  <a:tcPr marL="56026" marR="56026" marT="28013" marB="28013" anchor="ctr"/>
                </a:tc>
                <a:tc>
                  <a:txBody>
                    <a:bodyPr/>
                    <a:lstStyle/>
                    <a:p>
                      <a:pPr>
                        <a:buNone/>
                      </a:pPr>
                      <a:r>
                        <a:rPr lang="en-US" sz="1200"/>
                        <a:t>Purpose</a:t>
                      </a:r>
                    </a:p>
                  </a:txBody>
                  <a:tcPr marL="56026" marR="56026" marT="28013" marB="28013" anchor="ctr"/>
                </a:tc>
                <a:extLst>
                  <a:ext uri="{0D108BD9-81ED-4DB2-BD59-A6C34878D82A}">
                    <a16:rowId xmlns:a16="http://schemas.microsoft.com/office/drawing/2014/main" val="2310860271"/>
                  </a:ext>
                </a:extLst>
              </a:tr>
              <a:tr h="537592">
                <a:tc>
                  <a:txBody>
                    <a:bodyPr/>
                    <a:lstStyle/>
                    <a:p>
                      <a:pPr>
                        <a:buNone/>
                      </a:pPr>
                      <a:r>
                        <a:rPr lang="en-US" sz="1200" b="1"/>
                        <a:t>LangFlow Platform</a:t>
                      </a:r>
                      <a:endParaRPr lang="en-US" sz="1200"/>
                    </a:p>
                  </a:txBody>
                  <a:tcPr marL="56026" marR="56026" marT="28013" marB="28013" anchor="ctr"/>
                </a:tc>
                <a:tc>
                  <a:txBody>
                    <a:bodyPr/>
                    <a:lstStyle/>
                    <a:p>
                      <a:pPr>
                        <a:buNone/>
                      </a:pPr>
                      <a:r>
                        <a:rPr lang="en-US" sz="1200"/>
                        <a:t>For designing, orchestrating, and managing the multi-agent workflow visually, including risk detection, smart routing, awareness, empathy, and crisis support agents.</a:t>
                      </a:r>
                    </a:p>
                  </a:txBody>
                  <a:tcPr marL="56026" marR="56026" marT="28013" marB="28013" anchor="ctr"/>
                </a:tc>
                <a:extLst>
                  <a:ext uri="{0D108BD9-81ED-4DB2-BD59-A6C34878D82A}">
                    <a16:rowId xmlns:a16="http://schemas.microsoft.com/office/drawing/2014/main" val="1404801407"/>
                  </a:ext>
                </a:extLst>
              </a:tr>
              <a:tr h="537592">
                <a:tc>
                  <a:txBody>
                    <a:bodyPr/>
                    <a:lstStyle/>
                    <a:p>
                      <a:pPr>
                        <a:buNone/>
                      </a:pPr>
                      <a:r>
                        <a:rPr lang="en-US" sz="1200" b="1" dirty="0"/>
                        <a:t>IBM Granite Model (e.g., granite-3.2-8b-instruct)</a:t>
                      </a:r>
                      <a:endParaRPr lang="en-US" sz="1200" dirty="0"/>
                    </a:p>
                  </a:txBody>
                  <a:tcPr marL="56026" marR="56026" marT="28013" marB="28013" anchor="ctr"/>
                </a:tc>
                <a:tc>
                  <a:txBody>
                    <a:bodyPr/>
                    <a:lstStyle/>
                    <a:p>
                      <a:pPr>
                        <a:buNone/>
                      </a:pPr>
                      <a:r>
                        <a:rPr lang="en-US" sz="1200"/>
                        <a:t>For natural language understanding, emotional risk classification, reasoning, empathetic response generation, and mental health support conversations.</a:t>
                      </a:r>
                    </a:p>
                  </a:txBody>
                  <a:tcPr marL="56026" marR="56026" marT="28013" marB="28013" anchor="ctr"/>
                </a:tc>
                <a:extLst>
                  <a:ext uri="{0D108BD9-81ED-4DB2-BD59-A6C34878D82A}">
                    <a16:rowId xmlns:a16="http://schemas.microsoft.com/office/drawing/2014/main" val="3719443002"/>
                  </a:ext>
                </a:extLst>
              </a:tr>
              <a:tr h="537592">
                <a:tc>
                  <a:txBody>
                    <a:bodyPr/>
                    <a:lstStyle/>
                    <a:p>
                      <a:pPr>
                        <a:buNone/>
                      </a:pPr>
                      <a:r>
                        <a:rPr lang="en-US" sz="1200" b="1" dirty="0"/>
                        <a:t>IBM Cloud</a:t>
                      </a:r>
                      <a:endParaRPr lang="en-US" sz="1200" dirty="0"/>
                    </a:p>
                  </a:txBody>
                  <a:tcPr marL="56026" marR="56026" marT="28013" marB="28013" anchor="ctr"/>
                </a:tc>
                <a:tc>
                  <a:txBody>
                    <a:bodyPr/>
                    <a:lstStyle/>
                    <a:p>
                      <a:pPr>
                        <a:buNone/>
                      </a:pPr>
                      <a:r>
                        <a:rPr lang="en-US" sz="1200"/>
                        <a:t>Provides a secure, scalable, and reliable infrastructure for deploying, managing, and scaling the Mental Health Awareness &amp; Suicide Prevention System.</a:t>
                      </a:r>
                    </a:p>
                  </a:txBody>
                  <a:tcPr marL="56026" marR="56026" marT="28013" marB="28013" anchor="ctr"/>
                </a:tc>
                <a:extLst>
                  <a:ext uri="{0D108BD9-81ED-4DB2-BD59-A6C34878D82A}">
                    <a16:rowId xmlns:a16="http://schemas.microsoft.com/office/drawing/2014/main" val="2701059237"/>
                  </a:ext>
                </a:extLst>
              </a:tr>
              <a:tr h="695314">
                <a:tc>
                  <a:txBody>
                    <a:bodyPr/>
                    <a:lstStyle/>
                    <a:p>
                      <a:pPr>
                        <a:buNone/>
                      </a:pPr>
                      <a:r>
                        <a:rPr lang="en-US" sz="1200" b="1"/>
                        <a:t>Retrieval-Augmented Generation (RAG)</a:t>
                      </a:r>
                      <a:endParaRPr lang="en-US" sz="1200"/>
                    </a:p>
                  </a:txBody>
                  <a:tcPr marL="56026" marR="56026" marT="28013" marB="28013" anchor="ctr"/>
                </a:tc>
                <a:tc>
                  <a:txBody>
                    <a:bodyPr/>
                    <a:lstStyle/>
                    <a:p>
                      <a:pPr>
                        <a:buNone/>
                      </a:pPr>
                      <a:r>
                        <a:rPr lang="en-US" sz="1200" dirty="0"/>
                        <a:t>Retrieves trusted mental health resources, self-care guides, mindfulness practices, and coping strategies from the knowledge base before generating responses, ensuring accurate and context-aware support.</a:t>
                      </a:r>
                    </a:p>
                  </a:txBody>
                  <a:tcPr marL="56026" marR="56026" marT="28013" marB="28013" anchor="ctr"/>
                </a:tc>
                <a:extLst>
                  <a:ext uri="{0D108BD9-81ED-4DB2-BD59-A6C34878D82A}">
                    <a16:rowId xmlns:a16="http://schemas.microsoft.com/office/drawing/2014/main" val="3216540175"/>
                  </a:ext>
                </a:extLst>
              </a:tr>
              <a:tr h="537592">
                <a:tc>
                  <a:txBody>
                    <a:bodyPr/>
                    <a:lstStyle/>
                    <a:p>
                      <a:pPr>
                        <a:buNone/>
                      </a:pPr>
                      <a:r>
                        <a:rPr lang="en-US" sz="1200" b="1"/>
                        <a:t>IBM watsonx.ai</a:t>
                      </a:r>
                      <a:endParaRPr lang="en-US" sz="1200"/>
                    </a:p>
                  </a:txBody>
                  <a:tcPr marL="56026" marR="56026" marT="28013" marB="28013" anchor="ctr"/>
                </a:tc>
                <a:tc>
                  <a:txBody>
                    <a:bodyPr/>
                    <a:lstStyle/>
                    <a:p>
                      <a:pPr>
                        <a:buNone/>
                      </a:pPr>
                      <a:r>
                        <a:rPr lang="en-US" sz="1200" dirty="0"/>
                        <a:t>For accessing and deploying Granite foundation models, generating embeddings, managing AI workflows, and ensuring responsible AI governance.</a:t>
                      </a:r>
                    </a:p>
                  </a:txBody>
                  <a:tcPr marL="56026" marR="56026" marT="28013" marB="28013" anchor="ctr"/>
                </a:tc>
                <a:extLst>
                  <a:ext uri="{0D108BD9-81ED-4DB2-BD59-A6C34878D82A}">
                    <a16:rowId xmlns:a16="http://schemas.microsoft.com/office/drawing/2014/main" val="2146160387"/>
                  </a:ext>
                </a:extLst>
              </a:tr>
              <a:tr h="537592">
                <a:tc>
                  <a:txBody>
                    <a:bodyPr/>
                    <a:lstStyle/>
                    <a:p>
                      <a:pPr>
                        <a:buNone/>
                      </a:pPr>
                      <a:r>
                        <a:rPr lang="en-US" sz="1200" b="1"/>
                        <a:t>Vector Database (FAISS/Chroma)</a:t>
                      </a:r>
                      <a:endParaRPr lang="en-US" sz="1200"/>
                    </a:p>
                  </a:txBody>
                  <a:tcPr marL="56026" marR="56026" marT="28013" marB="28013" anchor="ctr"/>
                </a:tc>
                <a:tc>
                  <a:txBody>
                    <a:bodyPr/>
                    <a:lstStyle/>
                    <a:p>
                      <a:pPr>
                        <a:buNone/>
                      </a:pPr>
                      <a:r>
                        <a:rPr lang="en-US" sz="1200"/>
                        <a:t>Stores embeddings of mental health knowledge resources and enables semantic search for efficient RAG-based information retrieval.</a:t>
                      </a:r>
                    </a:p>
                  </a:txBody>
                  <a:tcPr marL="56026" marR="56026" marT="28013" marB="28013" anchor="ctr"/>
                </a:tc>
                <a:extLst>
                  <a:ext uri="{0D108BD9-81ED-4DB2-BD59-A6C34878D82A}">
                    <a16:rowId xmlns:a16="http://schemas.microsoft.com/office/drawing/2014/main" val="701434545"/>
                  </a:ext>
                </a:extLst>
              </a:tr>
              <a:tr h="537592">
                <a:tc>
                  <a:txBody>
                    <a:bodyPr/>
                    <a:lstStyle/>
                    <a:p>
                      <a:pPr>
                        <a:buNone/>
                      </a:pPr>
                      <a:r>
                        <a:rPr lang="en-US" sz="1200" b="1"/>
                        <a:t>Knowledge Base</a:t>
                      </a:r>
                      <a:endParaRPr lang="en-US" sz="1200"/>
                    </a:p>
                  </a:txBody>
                  <a:tcPr marL="56026" marR="56026" marT="28013" marB="28013" anchor="ctr"/>
                </a:tc>
                <a:tc>
                  <a:txBody>
                    <a:bodyPr/>
                    <a:lstStyle/>
                    <a:p>
                      <a:pPr>
                        <a:buNone/>
                      </a:pPr>
                      <a:r>
                        <a:rPr lang="en-US" sz="1200"/>
                        <a:t>Contains curated mental health awareness content, coping techniques, stress-management resources, and wellness guidance used by the RAG pipeline.</a:t>
                      </a:r>
                    </a:p>
                  </a:txBody>
                  <a:tcPr marL="56026" marR="56026" marT="28013" marB="28013" anchor="ctr"/>
                </a:tc>
                <a:extLst>
                  <a:ext uri="{0D108BD9-81ED-4DB2-BD59-A6C34878D82A}">
                    <a16:rowId xmlns:a16="http://schemas.microsoft.com/office/drawing/2014/main" val="1775114625"/>
                  </a:ext>
                </a:extLst>
              </a:tr>
              <a:tr h="537592">
                <a:tc>
                  <a:txBody>
                    <a:bodyPr/>
                    <a:lstStyle/>
                    <a:p>
                      <a:pPr>
                        <a:buNone/>
                      </a:pPr>
                      <a:r>
                        <a:rPr lang="en-US" sz="1200" b="1"/>
                        <a:t>Smart Router</a:t>
                      </a:r>
                      <a:endParaRPr lang="en-US" sz="1200"/>
                    </a:p>
                  </a:txBody>
                  <a:tcPr marL="56026" marR="56026" marT="28013" marB="28013" anchor="ctr"/>
                </a:tc>
                <a:tc>
                  <a:txBody>
                    <a:bodyPr/>
                    <a:lstStyle/>
                    <a:p>
                      <a:pPr>
                        <a:buNone/>
                      </a:pPr>
                      <a:r>
                        <a:rPr lang="en-US" sz="1200"/>
                        <a:t>Dynamically routes users to the appropriate agent (Awareness, Empathy, High-Risk Intervention, or Crisis Escalation) based on the detected emotional risk level.</a:t>
                      </a:r>
                    </a:p>
                  </a:txBody>
                  <a:tcPr marL="56026" marR="56026" marT="28013" marB="28013" anchor="ctr"/>
                </a:tc>
                <a:extLst>
                  <a:ext uri="{0D108BD9-81ED-4DB2-BD59-A6C34878D82A}">
                    <a16:rowId xmlns:a16="http://schemas.microsoft.com/office/drawing/2014/main" val="2018152309"/>
                  </a:ext>
                </a:extLst>
              </a:tr>
              <a:tr h="537592">
                <a:tc>
                  <a:txBody>
                    <a:bodyPr/>
                    <a:lstStyle/>
                    <a:p>
                      <a:pPr>
                        <a:buNone/>
                      </a:pPr>
                      <a:r>
                        <a:rPr lang="en-US" sz="1200" b="1"/>
                        <a:t>Risk Detection Agent</a:t>
                      </a:r>
                      <a:endParaRPr lang="en-US" sz="1200"/>
                    </a:p>
                  </a:txBody>
                  <a:tcPr marL="56026" marR="56026" marT="28013" marB="28013" anchor="ctr"/>
                </a:tc>
                <a:tc>
                  <a:txBody>
                    <a:bodyPr/>
                    <a:lstStyle/>
                    <a:p>
                      <a:pPr>
                        <a:buNone/>
                      </a:pPr>
                      <a:r>
                        <a:rPr lang="en-US" sz="1200" dirty="0"/>
                        <a:t>Analyzes user messages and classifies them into LOW, MODERATE, HIGH, or CRITICAL risk categories to enable early detection and intervention.</a:t>
                      </a:r>
                    </a:p>
                  </a:txBody>
                  <a:tcPr marL="56026" marR="56026" marT="28013" marB="28013" anchor="ctr"/>
                </a:tc>
                <a:extLst>
                  <a:ext uri="{0D108BD9-81ED-4DB2-BD59-A6C34878D82A}">
                    <a16:rowId xmlns:a16="http://schemas.microsoft.com/office/drawing/2014/main" val="1015116477"/>
                  </a:ext>
                </a:extLst>
              </a:tr>
            </a:tbl>
          </a:graphicData>
        </a:graphic>
      </p:graphicFrame>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1" y="863187"/>
            <a:ext cx="11001375" cy="4401205"/>
          </a:xfrm>
          <a:prstGeom prst="rect">
            <a:avLst/>
          </a:prstGeom>
          <a:noFill/>
        </p:spPr>
        <p:txBody>
          <a:bodyPr wrap="square" rtlCol="0">
            <a:spAutoFit/>
          </a:bodyPr>
          <a:lstStyle/>
          <a:p>
            <a:r>
              <a:rPr lang="en-US" b="1" dirty="0" err="1"/>
              <a:t>LangFlow</a:t>
            </a:r>
            <a:r>
              <a:rPr lang="en-US" b="1" dirty="0"/>
              <a:t> Components Used</a:t>
            </a:r>
          </a:p>
          <a:p>
            <a:r>
              <a:rPr lang="en-US" b="1" dirty="0"/>
              <a:t>1) Chat Input</a:t>
            </a:r>
            <a:r>
              <a:rPr lang="en-US" dirty="0"/>
              <a:t> – Interface where users enter their thoughts, concerns, questions, or emotional experiences through natural language conversations.</a:t>
            </a:r>
          </a:p>
          <a:p>
            <a:r>
              <a:rPr lang="en-US" b="1" dirty="0"/>
              <a:t>2) IBM </a:t>
            </a:r>
            <a:r>
              <a:rPr lang="en-US" b="1" dirty="0" err="1"/>
              <a:t>watsonx</a:t>
            </a:r>
            <a:r>
              <a:rPr lang="en-US" b="1" dirty="0"/>
              <a:t> AI Agent</a:t>
            </a:r>
            <a:r>
              <a:rPr lang="en-US" dirty="0"/>
              <a:t> – Processes user input using Granite models to perform risk detection, emotional analysis, mental health awareness, and personalized support generation.</a:t>
            </a:r>
          </a:p>
          <a:p>
            <a:r>
              <a:rPr lang="en-US" b="1" dirty="0"/>
              <a:t>3) IBM Granite Model – Granite-3.2-8B-Instruct</a:t>
            </a:r>
            <a:r>
              <a:rPr lang="en-US" dirty="0"/>
              <a:t> </a:t>
            </a:r>
            <a:r>
              <a:rPr lang="en-US" i="1" dirty="0"/>
              <a:t>(or the exact Granite model you used)</a:t>
            </a:r>
            <a:r>
              <a:rPr lang="en-US" dirty="0"/>
              <a:t> – Used for natural language understanding, risk classification, empathetic response generation, reasoning, and mental health guidance.</a:t>
            </a:r>
          </a:p>
          <a:p>
            <a:r>
              <a:rPr lang="en-US" b="1" dirty="0"/>
              <a:t>4) Chat Output</a:t>
            </a:r>
            <a:r>
              <a:rPr lang="en-US" dirty="0"/>
              <a:t> – Displays AI-generated responses such as mental health awareness content, coping strategies, empathetic support, risk alerts, and crisis intervention recommendations.</a:t>
            </a:r>
          </a:p>
          <a:p>
            <a:r>
              <a:rPr lang="en-US" b="1" dirty="0"/>
              <a:t>5) File Component</a:t>
            </a:r>
            <a:r>
              <a:rPr lang="en-US" dirty="0"/>
              <a:t> – Stores and retrieves mental health knowledge resources, self-care guides, mindfulness content, coping strategies, and awareness materials used by the RAG pipeline.</a:t>
            </a:r>
          </a:p>
          <a:p>
            <a:r>
              <a:rPr lang="en-US" b="1" dirty="0"/>
              <a:t>6) Knowledge Base</a:t>
            </a:r>
            <a:r>
              <a:rPr lang="en-US" dirty="0"/>
              <a:t> – Maintains curated mental health information and educational resources that are retrieved dynamically to provide accurate, context-aware responses.</a:t>
            </a:r>
          </a:p>
          <a:p>
            <a:r>
              <a:rPr lang="en-US" b="1" dirty="0"/>
              <a:t>7) Parser Component</a:t>
            </a:r>
            <a:r>
              <a:rPr lang="en-US" dirty="0"/>
              <a:t> – Processes and structures retrieved knowledge before passing it to the Granite model for response generation.</a:t>
            </a:r>
          </a:p>
          <a:p>
            <a:r>
              <a:rPr lang="en-US" b="1" dirty="0"/>
              <a:t>8) Smart Router</a:t>
            </a:r>
            <a:r>
              <a:rPr lang="en-US" dirty="0"/>
              <a:t> – Routes users to the appropriate agent (Awareness Agent, Empathy Support Agent, High-Risk Intervention Agent, or Crisis Escalation Agent) based on the detected emotional risk level.</a:t>
            </a:r>
          </a:p>
          <a:p>
            <a:r>
              <a:rPr lang="en-US" b="1" dirty="0"/>
              <a:t>9) Prompt Components</a:t>
            </a:r>
            <a:r>
              <a:rPr lang="en-US" dirty="0"/>
              <a:t> – Define specialized instructions for each agent, including Risk Detection, Awareness, Empathy, High-Risk Intervention, and Crisis Escalation workflows.</a:t>
            </a:r>
          </a:p>
          <a:p>
            <a:r>
              <a:rPr lang="en-US" b="1" dirty="0"/>
              <a:t>10) RAG Pipeline Components</a:t>
            </a:r>
            <a:r>
              <a:rPr lang="en-US" dirty="0"/>
              <a:t> – Retrieve relevant mental health information from the knowledge base and provide contextual grounding for AI-generated responses</a:t>
            </a: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86751" y="10692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8579717C-746E-63F5-097D-C345532BAF54}"/>
              </a:ext>
            </a:extLst>
          </p:cNvPr>
          <p:cNvPicPr>
            <a:picLocks noChangeAspect="1"/>
          </p:cNvPicPr>
          <p:nvPr/>
        </p:nvPicPr>
        <p:blipFill>
          <a:blip r:embed="rId3"/>
          <a:stretch>
            <a:fillRect/>
          </a:stretch>
        </p:blipFill>
        <p:spPr>
          <a:xfrm>
            <a:off x="2215714" y="658761"/>
            <a:ext cx="9755517" cy="6199239"/>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9" name="Picture 8">
            <a:extLst>
              <a:ext uri="{FF2B5EF4-FFF2-40B4-BE49-F238E27FC236}">
                <a16:creationId xmlns:a16="http://schemas.microsoft.com/office/drawing/2014/main" id="{2E7442B6-6550-3472-F14F-A1BD6E6CE697}"/>
              </a:ext>
            </a:extLst>
          </p:cNvPr>
          <p:cNvPicPr>
            <a:picLocks noChangeAspect="1"/>
          </p:cNvPicPr>
          <p:nvPr/>
        </p:nvPicPr>
        <p:blipFill>
          <a:blip r:embed="rId3"/>
          <a:stretch>
            <a:fillRect/>
          </a:stretch>
        </p:blipFill>
        <p:spPr>
          <a:xfrm>
            <a:off x="2422071" y="0"/>
            <a:ext cx="7347857" cy="6858000"/>
          </a:xfrm>
          <a:prstGeom prst="rect">
            <a:avLst/>
          </a:prstGeom>
        </p:spPr>
      </p:pic>
      <p:cxnSp>
        <p:nvCxnSpPr>
          <p:cNvPr id="11" name="Straight Arrow Connector 10">
            <a:extLst>
              <a:ext uri="{FF2B5EF4-FFF2-40B4-BE49-F238E27FC236}">
                <a16:creationId xmlns:a16="http://schemas.microsoft.com/office/drawing/2014/main" id="{E416FDAC-C1FB-8A26-72EF-CD32976B0622}"/>
              </a:ext>
            </a:extLst>
          </p:cNvPr>
          <p:cNvCxnSpPr/>
          <p:nvPr/>
        </p:nvCxnSpPr>
        <p:spPr>
          <a:xfrm>
            <a:off x="5781368" y="855406"/>
            <a:ext cx="0"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047536"/>
          </a:xfrm>
          <a:prstGeom prst="rect">
            <a:avLst/>
          </a:prstGeom>
          <a:noFill/>
        </p:spPr>
        <p:txBody>
          <a:bodyPr wrap="square" rtlCol="0">
            <a:spAutoFit/>
          </a:bodyPr>
          <a:lstStyle/>
          <a:p>
            <a:pPr algn="just"/>
            <a:r>
              <a:rPr lang="en-US" b="1" dirty="0"/>
              <a:t>Role of Agentic AI in Mental Health Awareness &amp; Suicide Prevention</a:t>
            </a:r>
            <a:endParaRPr lang="en-US" dirty="0"/>
          </a:p>
          <a:p>
            <a:pPr algn="just"/>
            <a:r>
              <a:rPr lang="en-US" dirty="0"/>
              <a:t>	Agentic AI enables the Mental Health Awareness &amp; Suicide Prevention system to operate as an intelligent, autonomous, and coordinated multi-agent framework rather than a static chatbot. Using IBM watsonx.ai and IBM Granite models, it orchestrates multiple specialized agents that collaboratively monitor, analyze, and respond to user mental health signals.</a:t>
            </a:r>
          </a:p>
          <a:p>
            <a:pPr algn="just"/>
            <a:r>
              <a:rPr lang="en-US" dirty="0"/>
              <a:t>	Each agent performs a distinct function such as emotional state detection from user text, risk assessment for self-harm indicators, retrieval of clinically validated mental health resources, empathetic response generation, and escalation to crisis support protocols when necessary. </a:t>
            </a:r>
          </a:p>
          <a:p>
            <a:pPr algn="just"/>
            <a:r>
              <a:rPr lang="en-US" dirty="0"/>
              <a:t>	This modular design ensures accurate, safe, and context-aware intervention.</a:t>
            </a:r>
          </a:p>
          <a:p>
            <a:pPr algn="just"/>
            <a:r>
              <a:rPr lang="en-US" dirty="0"/>
              <a:t>Agentic AI introduces strong context awareness by considering user sentiment, conversation history, behavioral cues, and risk factors such as loneliness, stress, or explicit distress signals. Based on this, it dynamically adjusts responses, ranging from supportive conversational engagement to urgent crisis escalation pathways.</a:t>
            </a:r>
          </a:p>
          <a:p>
            <a:pPr algn="just"/>
            <a:r>
              <a:rPr lang="en-US" dirty="0"/>
              <a:t>	The agents communicate and coordinate continuously, enabling multi-level decision-making for example, a detection agent flags risk, a reasoning agent evaluates severity, and a response agent generates a safe, empathetic output aligned with mental health guidelines.</a:t>
            </a:r>
          </a:p>
          <a:p>
            <a:pPr algn="just"/>
            <a:r>
              <a:rPr lang="en-US" dirty="0"/>
              <a:t>	Overall, Agentic AI transforms the system into a proactive, safety-critical support assistant that can detect early warning signs, provide empathetic guidance, and facilitate timely intervention functioning as a responsible digital mental health companion focused on awareness, prevention, and user well-being.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1,818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6" name="Picture 5">
            <a:extLst>
              <a:ext uri="{FF2B5EF4-FFF2-40B4-BE49-F238E27FC236}">
                <a16:creationId xmlns:a16="http://schemas.microsoft.com/office/drawing/2014/main" id="{2351BAB4-A32E-21D2-E628-4DB744DD301D}"/>
              </a:ext>
            </a:extLst>
          </p:cNvPr>
          <p:cNvPicPr>
            <a:picLocks noChangeAspect="1"/>
          </p:cNvPicPr>
          <p:nvPr/>
        </p:nvPicPr>
        <p:blipFill>
          <a:blip r:embed="rId3"/>
          <a:stretch>
            <a:fillRect/>
          </a:stretch>
        </p:blipFill>
        <p:spPr>
          <a:xfrm>
            <a:off x="145726" y="2462536"/>
            <a:ext cx="5950274" cy="2579524"/>
          </a:xfrm>
          <a:prstGeom prst="rect">
            <a:avLst/>
          </a:prstGeom>
        </p:spPr>
      </p:pic>
      <p:pic>
        <p:nvPicPr>
          <p:cNvPr id="8" name="Picture 7">
            <a:extLst>
              <a:ext uri="{FF2B5EF4-FFF2-40B4-BE49-F238E27FC236}">
                <a16:creationId xmlns:a16="http://schemas.microsoft.com/office/drawing/2014/main" id="{93DC87A1-87F6-1079-9E46-C3BA3BB89F01}"/>
              </a:ext>
            </a:extLst>
          </p:cNvPr>
          <p:cNvPicPr>
            <a:picLocks noChangeAspect="1"/>
          </p:cNvPicPr>
          <p:nvPr/>
        </p:nvPicPr>
        <p:blipFill>
          <a:blip r:embed="rId4"/>
          <a:stretch>
            <a:fillRect/>
          </a:stretch>
        </p:blipFill>
        <p:spPr>
          <a:xfrm>
            <a:off x="6583919" y="2612235"/>
            <a:ext cx="5462355" cy="2262009"/>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016758"/>
          </a:xfrm>
          <a:prstGeom prst="rect">
            <a:avLst/>
          </a:prstGeom>
          <a:noFill/>
        </p:spPr>
        <p:txBody>
          <a:bodyPr wrap="square" rtlCol="0">
            <a:spAutoFit/>
          </a:bodyPr>
          <a:lstStyle/>
          <a:p>
            <a:pPr algn="just"/>
            <a:r>
              <a:rPr lang="en-US" sz="1600" dirty="0"/>
              <a:t>The proposed Mental Health Awareness &amp; Suicide Prevention Agent stands out by combining agentic risk classification, RAG-grounded safety, and transparent decision-making into a single conversational system rather than relying on a generic chatbot wrapped around an LLM.</a:t>
            </a:r>
          </a:p>
          <a:p>
            <a:pPr algn="just"/>
            <a:r>
              <a:rPr lang="en-US" sz="1600" b="1" dirty="0"/>
              <a:t>Multi-Agent Risk Pipeline</a:t>
            </a:r>
            <a:r>
              <a:rPr lang="en-US" sz="1600" dirty="0"/>
              <a:t> – Instead of one model handling everything, distinct agents handle distinct responsibilities  a Distress Detection agent identifies risk signals, a Smart Router classifies severity, and dedicated response agents generate the reply  making the reasoning modular, and easier to govern than a single monolithic prompt.</a:t>
            </a:r>
          </a:p>
          <a:p>
            <a:pPr algn="just"/>
            <a:r>
              <a:rPr lang="en-US" sz="1600" b="1" dirty="0"/>
              <a:t>Severity-Tiered Response Strategy</a:t>
            </a:r>
            <a:r>
              <a:rPr lang="en-US" sz="1600" dirty="0"/>
              <a:t> – The system doesn't treat every conversation the same way. It explicitly routes input into Low, Moderate, High, and Critical risk tiers, each triggering a differently calibrated response closer to how a real triage process works than a flat "always respond empathetically" chatbot.</a:t>
            </a:r>
          </a:p>
          <a:p>
            <a:pPr algn="just"/>
            <a:r>
              <a:rPr lang="en-US" sz="1600" b="1" dirty="0"/>
              <a:t>RAG-Grounded Safety</a:t>
            </a:r>
            <a:r>
              <a:rPr lang="en-US" sz="1600" dirty="0"/>
              <a:t> – Responses are generated using retrieval from a curated knowledge base of awareness content and helpline information, rather than purely from model memory  reducing the risk of fabricated or unsafe advice in a domain where hallucination has real consequences.</a:t>
            </a:r>
          </a:p>
          <a:p>
            <a:pPr algn="just"/>
            <a:r>
              <a:rPr lang="en-US" sz="1600" b="1" dirty="0"/>
              <a:t>Built-In Explainability</a:t>
            </a:r>
            <a:r>
              <a:rPr lang="en-US" sz="1600" dirty="0"/>
              <a:t> – A dedicated Explainability layer accompanies every classification, surfacing </a:t>
            </a:r>
            <a:r>
              <a:rPr lang="en-US" sz="1600" i="1" dirty="0"/>
              <a:t>why</a:t>
            </a:r>
            <a:r>
              <a:rPr lang="en-US" sz="1600" dirty="0"/>
              <a:t> a given risk level was assigned. This is uncommon in mental health chatbot prototypes, most of which give a response with no visibility into the reasoning behind it.</a:t>
            </a:r>
          </a:p>
          <a:p>
            <a:pPr algn="just"/>
            <a:r>
              <a:rPr lang="en-US" sz="1600" b="1" dirty="0"/>
              <a:t>Disclaimer-by-Design</a:t>
            </a:r>
            <a:r>
              <a:rPr lang="en-US" sz="1600" dirty="0"/>
              <a:t> – Every empathetic response is paired with an explicit "not a substitute for professional advice" disclaimer baked into the pipeline itself, not left to chance or prompt engineering reflecting a safety-first design rather than a bolt-on afterthought.</a:t>
            </a:r>
          </a:p>
          <a:p>
            <a:pPr algn="just"/>
            <a:r>
              <a:rPr lang="en-US" sz="1600" b="1" dirty="0"/>
              <a:t>Enterprise-Grade Foundation</a:t>
            </a:r>
            <a:r>
              <a:rPr lang="en-US" sz="1600" dirty="0"/>
              <a:t> – Built on IBM watsonx.ai with IBM Granite models inside a modular </a:t>
            </a:r>
            <a:r>
              <a:rPr lang="en-US" sz="1600" dirty="0" err="1"/>
              <a:t>Langflow</a:t>
            </a:r>
            <a:r>
              <a:rPr lang="en-US" sz="1600" dirty="0"/>
              <a:t> architecture, giving the system a governed, traceable, and reproducible pipeline rather than an ad-hoc prompt chain.</a:t>
            </a: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latin typeface="Times New Roman"/>
                <a:ea typeface="Times New Roman"/>
                <a:cs typeface="Times New Roman"/>
                <a:sym typeface="Times New Roman"/>
                <a:hlinkClick r:id="rId3"/>
              </a:rPr>
              <a:t>https://github.com/vasundhara45/Mental_Health_Awareness_FDP</a:t>
            </a:r>
            <a:endParaRPr lang="en-US" sz="1850" dirty="0">
              <a:latin typeface="Times New Roman"/>
              <a:ea typeface="Times New Roman"/>
              <a:cs typeface="Times New Roman"/>
              <a:sym typeface="Times New Roman"/>
            </a:endParaRPr>
          </a:p>
          <a:p>
            <a:pPr lvl="0">
              <a:lnSpc>
                <a:spcPct val="162162"/>
              </a:lnSpc>
              <a:buClr>
                <a:srgbClr val="2B3541"/>
              </a:buClr>
              <a:buSzPts val="1850"/>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3359FB00-BC29-4D78-2456-5573558F81B7}"/>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C33386C0-E31A-15FB-A156-583193FA93CB}"/>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Working Screenshot</a:t>
            </a:r>
            <a:endParaRPr sz="2400" b="1" dirty="0">
              <a:sym typeface="Times New Roman"/>
            </a:endParaRPr>
          </a:p>
        </p:txBody>
      </p:sp>
      <p:sp>
        <p:nvSpPr>
          <p:cNvPr id="280" name="Google Shape;280;p18">
            <a:extLst>
              <a:ext uri="{FF2B5EF4-FFF2-40B4-BE49-F238E27FC236}">
                <a16:creationId xmlns:a16="http://schemas.microsoft.com/office/drawing/2014/main" id="{D084C479-41DC-A87E-37A3-4118E4C18439}"/>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8CDB9A4-A19B-7094-3A5F-8952BFB81B7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E3620960-D095-9593-8DBD-2B85D8699779}"/>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ED76B6D8-B065-3BCE-CA62-E0E9FA8BAA67}"/>
              </a:ext>
            </a:extLst>
          </p:cNvPr>
          <p:cNvPicPr>
            <a:picLocks noChangeAspect="1"/>
          </p:cNvPicPr>
          <p:nvPr/>
        </p:nvPicPr>
        <p:blipFill>
          <a:blip r:embed="rId3"/>
          <a:stretch>
            <a:fillRect/>
          </a:stretch>
        </p:blipFill>
        <p:spPr>
          <a:xfrm>
            <a:off x="5324951" y="0"/>
            <a:ext cx="5648325" cy="6858000"/>
          </a:xfrm>
          <a:prstGeom prst="rect">
            <a:avLst/>
          </a:prstGeom>
        </p:spPr>
      </p:pic>
    </p:spTree>
    <p:extLst>
      <p:ext uri="{BB962C8B-B14F-4D97-AF65-F5344CB8AC3E}">
        <p14:creationId xmlns:p14="http://schemas.microsoft.com/office/powerpoint/2010/main" val="2247140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521109" y="1221715"/>
            <a:ext cx="11346425"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600" b="1" dirty="0"/>
              <a:t>1.Voice &amp; Multimodal Distress Detection</a:t>
            </a:r>
            <a:r>
              <a:rPr lang="en-US" sz="1600" dirty="0"/>
              <a:t> –</a:t>
            </a:r>
            <a:br>
              <a:rPr lang="en-US" sz="1600" dirty="0"/>
            </a:br>
            <a:r>
              <a:rPr lang="en-US" sz="1600" dirty="0"/>
              <a:t>Extend beyond text-based chat input to support voice tone analysis and journaling-image inputs, allowing the Risk Detection Agent to pick up vocal stress markers (pitch, pace, tremor) alongside textual distress than in writing. </a:t>
            </a:r>
          </a:p>
          <a:p>
            <a:pPr lvl="0">
              <a:lnSpc>
                <a:spcPct val="162162"/>
              </a:lnSpc>
              <a:buClr>
                <a:srgbClr val="2B3541"/>
              </a:buClr>
              <a:buSzPts val="1850"/>
            </a:pPr>
            <a:r>
              <a:rPr lang="en-US" sz="1600" b="1" dirty="0"/>
              <a:t>2.Continuous Mood Journaling &amp; Trend Forecasting</a:t>
            </a:r>
            <a:r>
              <a:rPr lang="en-US" sz="1600" dirty="0"/>
              <a:t> –</a:t>
            </a:r>
            <a:br>
              <a:rPr lang="en-US" sz="1600" dirty="0"/>
            </a:br>
            <a:r>
              <a:rPr lang="en-US" sz="1600" dirty="0"/>
              <a:t>Add a longitudinal journaling layer where users log daily mood/stress entries, enabling the system to forecast stress peaks </a:t>
            </a:r>
            <a:r>
              <a:rPr lang="en-US" sz="1600" i="1" dirty="0"/>
              <a:t>before</a:t>
            </a:r>
            <a:r>
              <a:rPr lang="en-US" sz="1600" dirty="0"/>
              <a:t> they escalate to crisis level, rather than only classifying risk at the moment of conversation. </a:t>
            </a:r>
          </a:p>
          <a:p>
            <a:pPr lvl="0">
              <a:lnSpc>
                <a:spcPct val="162162"/>
              </a:lnSpc>
              <a:buClr>
                <a:srgbClr val="2B3541"/>
              </a:buClr>
              <a:buSzPts val="1850"/>
            </a:pPr>
            <a:r>
              <a:rPr lang="en-US" sz="1600" b="1" dirty="0"/>
              <a:t>3.Verified Helpline &amp; Counselor Directory Integration (RAG-grounded)</a:t>
            </a:r>
            <a:r>
              <a:rPr lang="en-US" sz="1600" dirty="0"/>
              <a:t> –</a:t>
            </a:r>
            <a:br>
              <a:rPr lang="en-US" sz="1600" dirty="0"/>
            </a:br>
            <a:r>
              <a:rPr lang="en-US" sz="1600" dirty="0"/>
              <a:t>Expand the Knowledge Base beyond awareness content to include a continuously updated, region-specific directory of verified helplines and licensed counselors, so the RAG layer can recommend </a:t>
            </a:r>
            <a:r>
              <a:rPr lang="en-US" sz="1600" i="1" dirty="0"/>
              <a:t>locally relevant, currently active</a:t>
            </a:r>
            <a:r>
              <a:rPr lang="en-US" sz="1600" dirty="0"/>
              <a:t> support resources rather than static generic links.</a:t>
            </a:r>
            <a:endParaRPr sz="16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5" name="Picture 4">
            <a:extLst>
              <a:ext uri="{FF2B5EF4-FFF2-40B4-BE49-F238E27FC236}">
                <a16:creationId xmlns:a16="http://schemas.microsoft.com/office/drawing/2014/main" id="{65AA902E-FB83-CBA2-62AA-48093E27BE4F}"/>
              </a:ext>
            </a:extLst>
          </p:cNvPr>
          <p:cNvPicPr>
            <a:picLocks noChangeAspect="1"/>
          </p:cNvPicPr>
          <p:nvPr/>
        </p:nvPicPr>
        <p:blipFill>
          <a:blip r:embed="rId2"/>
          <a:stretch>
            <a:fillRect/>
          </a:stretch>
        </p:blipFill>
        <p:spPr>
          <a:xfrm>
            <a:off x="3023861" y="1514167"/>
            <a:ext cx="6509435" cy="5054302"/>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3" name="Picture 2">
            <a:extLst>
              <a:ext uri="{FF2B5EF4-FFF2-40B4-BE49-F238E27FC236}">
                <a16:creationId xmlns:a16="http://schemas.microsoft.com/office/drawing/2014/main" id="{3C296B4E-6256-84BB-8F19-438F7F422F06}"/>
              </a:ext>
            </a:extLst>
          </p:cNvPr>
          <p:cNvPicPr>
            <a:picLocks noChangeAspect="1"/>
          </p:cNvPicPr>
          <p:nvPr/>
        </p:nvPicPr>
        <p:blipFill>
          <a:blip r:embed="rId2"/>
          <a:stretch>
            <a:fillRect/>
          </a:stretch>
        </p:blipFill>
        <p:spPr>
          <a:xfrm>
            <a:off x="1504336" y="1477578"/>
            <a:ext cx="10137058" cy="4760191"/>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1973</Words>
  <Application>Microsoft Office PowerPoint</Application>
  <PresentationFormat>Widescreen</PresentationFormat>
  <Paragraphs>119</Paragraphs>
  <Slides>17</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Elena Gundrapu</cp:lastModifiedBy>
  <cp:revision>1</cp:revision>
  <dcterms:created xsi:type="dcterms:W3CDTF">2025-07-08T05:06:56Z</dcterms:created>
  <dcterms:modified xsi:type="dcterms:W3CDTF">2026-06-24T19:47:03Z</dcterms:modified>
</cp:coreProperties>
</file>